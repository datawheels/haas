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256" r:id="rId2"/>
    <p:sldId id="262" r:id="rId3"/>
    <p:sldId id="311" r:id="rId4"/>
    <p:sldId id="308" r:id="rId5"/>
    <p:sldId id="325" r:id="rId6"/>
    <p:sldId id="322" r:id="rId7"/>
    <p:sldId id="323" r:id="rId8"/>
    <p:sldId id="324"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7AF5112-DCCC-F442-B9BB-91E91E5BE225}">
          <p14:sldIdLst>
            <p14:sldId id="256"/>
            <p14:sldId id="262"/>
            <p14:sldId id="311"/>
            <p14:sldId id="308"/>
            <p14:sldId id="325"/>
            <p14:sldId id="322"/>
            <p14:sldId id="323"/>
            <p14:sldId id="32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B515"/>
    <a:srgbClr val="00274C"/>
    <a:srgbClr val="15284B"/>
    <a:srgbClr val="545454"/>
    <a:srgbClr val="1C569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B632F8-AA60-4EF1-89BA-FBAADB706AB8}" v="4" dt="2025-07-13T00:04:01.9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autoAdjust="0"/>
    <p:restoredTop sz="93586" autoAdjust="0"/>
  </p:normalViewPr>
  <p:slideViewPr>
    <p:cSldViewPr snapToGrid="0" snapToObjects="1">
      <p:cViewPr varScale="1">
        <p:scale>
          <a:sx n="86" d="100"/>
          <a:sy n="86" d="100"/>
        </p:scale>
        <p:origin x="1298" y="2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selina Dinova" userId="5935860719f7b8c5" providerId="LiveId" clId="{8FB632F8-AA60-4EF1-89BA-FBAADB706AB8}"/>
    <pc:docChg chg="custSel addSld delSld modSld sldOrd modSection">
      <pc:chgData name="Veselina Dinova" userId="5935860719f7b8c5" providerId="LiveId" clId="{8FB632F8-AA60-4EF1-89BA-FBAADB706AB8}" dt="2025-07-13T00:12:03.128" v="1540" actId="20577"/>
      <pc:docMkLst>
        <pc:docMk/>
      </pc:docMkLst>
      <pc:sldChg chg="modSp mod">
        <pc:chgData name="Veselina Dinova" userId="5935860719f7b8c5" providerId="LiveId" clId="{8FB632F8-AA60-4EF1-89BA-FBAADB706AB8}" dt="2025-07-13T00:05:47.216" v="1251" actId="20577"/>
        <pc:sldMkLst>
          <pc:docMk/>
          <pc:sldMk cId="2893650772" sldId="262"/>
        </pc:sldMkLst>
        <pc:spChg chg="mod">
          <ac:chgData name="Veselina Dinova" userId="5935860719f7b8c5" providerId="LiveId" clId="{8FB632F8-AA60-4EF1-89BA-FBAADB706AB8}" dt="2025-07-13T00:04:15.066" v="1183" actId="20577"/>
          <ac:spMkLst>
            <pc:docMk/>
            <pc:sldMk cId="2893650772" sldId="262"/>
            <ac:spMk id="2" creationId="{00000000-0000-0000-0000-000000000000}"/>
          </ac:spMkLst>
        </pc:spChg>
        <pc:spChg chg="mod">
          <ac:chgData name="Veselina Dinova" userId="5935860719f7b8c5" providerId="LiveId" clId="{8FB632F8-AA60-4EF1-89BA-FBAADB706AB8}" dt="2025-07-13T00:05:47.216" v="1251" actId="20577"/>
          <ac:spMkLst>
            <pc:docMk/>
            <pc:sldMk cId="2893650772" sldId="262"/>
            <ac:spMk id="3" creationId="{00000000-0000-0000-0000-000000000000}"/>
          </ac:spMkLst>
        </pc:spChg>
      </pc:sldChg>
      <pc:sldChg chg="del">
        <pc:chgData name="Veselina Dinova" userId="5935860719f7b8c5" providerId="LiveId" clId="{8FB632F8-AA60-4EF1-89BA-FBAADB706AB8}" dt="2025-07-10T22:38:43.485" v="0" actId="47"/>
        <pc:sldMkLst>
          <pc:docMk/>
          <pc:sldMk cId="461449252" sldId="277"/>
        </pc:sldMkLst>
      </pc:sldChg>
      <pc:sldChg chg="del">
        <pc:chgData name="Veselina Dinova" userId="5935860719f7b8c5" providerId="LiveId" clId="{8FB632F8-AA60-4EF1-89BA-FBAADB706AB8}" dt="2025-07-10T22:53:47.353" v="859" actId="47"/>
        <pc:sldMkLst>
          <pc:docMk/>
          <pc:sldMk cId="2201149398" sldId="284"/>
        </pc:sldMkLst>
      </pc:sldChg>
      <pc:sldChg chg="modSp mod ord">
        <pc:chgData name="Veselina Dinova" userId="5935860719f7b8c5" providerId="LiveId" clId="{8FB632F8-AA60-4EF1-89BA-FBAADB706AB8}" dt="2025-07-13T00:06:58.479" v="1308" actId="6549"/>
        <pc:sldMkLst>
          <pc:docMk/>
          <pc:sldMk cId="369646202" sldId="311"/>
        </pc:sldMkLst>
        <pc:spChg chg="mod">
          <ac:chgData name="Veselina Dinova" userId="5935860719f7b8c5" providerId="LiveId" clId="{8FB632F8-AA60-4EF1-89BA-FBAADB706AB8}" dt="2025-07-13T00:06:58.479" v="1308" actId="6549"/>
          <ac:spMkLst>
            <pc:docMk/>
            <pc:sldMk cId="369646202" sldId="311"/>
            <ac:spMk id="3" creationId="{00000000-0000-0000-0000-000000000000}"/>
          </ac:spMkLst>
        </pc:spChg>
      </pc:sldChg>
      <pc:sldChg chg="del">
        <pc:chgData name="Veselina Dinova" userId="5935860719f7b8c5" providerId="LiveId" clId="{8FB632F8-AA60-4EF1-89BA-FBAADB706AB8}" dt="2025-07-10T22:53:40.455" v="858" actId="47"/>
        <pc:sldMkLst>
          <pc:docMk/>
          <pc:sldMk cId="524969891" sldId="321"/>
        </pc:sldMkLst>
      </pc:sldChg>
      <pc:sldChg chg="addSp delSp modSp mod ord">
        <pc:chgData name="Veselina Dinova" userId="5935860719f7b8c5" providerId="LiveId" clId="{8FB632F8-AA60-4EF1-89BA-FBAADB706AB8}" dt="2025-07-13T00:10:26.629" v="1435" actId="20577"/>
        <pc:sldMkLst>
          <pc:docMk/>
          <pc:sldMk cId="3562759732" sldId="322"/>
        </pc:sldMkLst>
        <pc:spChg chg="mod">
          <ac:chgData name="Veselina Dinova" userId="5935860719f7b8c5" providerId="LiveId" clId="{8FB632F8-AA60-4EF1-89BA-FBAADB706AB8}" dt="2025-07-13T00:10:26.629" v="1435" actId="20577"/>
          <ac:spMkLst>
            <pc:docMk/>
            <pc:sldMk cId="3562759732" sldId="322"/>
            <ac:spMk id="4" creationId="{DAF4681A-CE44-4B5C-2794-ED85B64BCD67}"/>
          </ac:spMkLst>
        </pc:spChg>
        <pc:picChg chg="mod">
          <ac:chgData name="Veselina Dinova" userId="5935860719f7b8c5" providerId="LiveId" clId="{8FB632F8-AA60-4EF1-89BA-FBAADB706AB8}" dt="2025-07-10T23:03:26.946" v="1164" actId="1076"/>
          <ac:picMkLst>
            <pc:docMk/>
            <pc:sldMk cId="3562759732" sldId="322"/>
            <ac:picMk id="5" creationId="{394B5A50-5DE8-013A-DA45-BB756A25E89F}"/>
          </ac:picMkLst>
        </pc:picChg>
      </pc:sldChg>
      <pc:sldChg chg="modSp mod ord">
        <pc:chgData name="Veselina Dinova" userId="5935860719f7b8c5" providerId="LiveId" clId="{8FB632F8-AA60-4EF1-89BA-FBAADB706AB8}" dt="2025-07-13T00:11:38.573" v="1513" actId="20577"/>
        <pc:sldMkLst>
          <pc:docMk/>
          <pc:sldMk cId="1690179508" sldId="323"/>
        </pc:sldMkLst>
        <pc:spChg chg="mod">
          <ac:chgData name="Veselina Dinova" userId="5935860719f7b8c5" providerId="LiveId" clId="{8FB632F8-AA60-4EF1-89BA-FBAADB706AB8}" dt="2025-07-10T22:46:11.342" v="223" actId="20577"/>
          <ac:spMkLst>
            <pc:docMk/>
            <pc:sldMk cId="1690179508" sldId="323"/>
            <ac:spMk id="2" creationId="{00000000-0000-0000-0000-000000000000}"/>
          </ac:spMkLst>
        </pc:spChg>
        <pc:spChg chg="mod">
          <ac:chgData name="Veselina Dinova" userId="5935860719f7b8c5" providerId="LiveId" clId="{8FB632F8-AA60-4EF1-89BA-FBAADB706AB8}" dt="2025-07-13T00:11:38.573" v="1513" actId="20577"/>
          <ac:spMkLst>
            <pc:docMk/>
            <pc:sldMk cId="1690179508" sldId="323"/>
            <ac:spMk id="3" creationId="{00000000-0000-0000-0000-000000000000}"/>
          </ac:spMkLst>
        </pc:spChg>
      </pc:sldChg>
      <pc:sldChg chg="modSp mod ord">
        <pc:chgData name="Veselina Dinova" userId="5935860719f7b8c5" providerId="LiveId" clId="{8FB632F8-AA60-4EF1-89BA-FBAADB706AB8}" dt="2025-07-13T00:12:03.128" v="1540" actId="20577"/>
        <pc:sldMkLst>
          <pc:docMk/>
          <pc:sldMk cId="1550423231" sldId="324"/>
        </pc:sldMkLst>
        <pc:spChg chg="mod">
          <ac:chgData name="Veselina Dinova" userId="5935860719f7b8c5" providerId="LiveId" clId="{8FB632F8-AA60-4EF1-89BA-FBAADB706AB8}" dt="2025-07-10T22:48:22.107" v="398" actId="20577"/>
          <ac:spMkLst>
            <pc:docMk/>
            <pc:sldMk cId="1550423231" sldId="324"/>
            <ac:spMk id="2" creationId="{00000000-0000-0000-0000-000000000000}"/>
          </ac:spMkLst>
        </pc:spChg>
        <pc:spChg chg="mod">
          <ac:chgData name="Veselina Dinova" userId="5935860719f7b8c5" providerId="LiveId" clId="{8FB632F8-AA60-4EF1-89BA-FBAADB706AB8}" dt="2025-07-13T00:12:03.128" v="1540" actId="20577"/>
          <ac:spMkLst>
            <pc:docMk/>
            <pc:sldMk cId="1550423231" sldId="324"/>
            <ac:spMk id="3" creationId="{00000000-0000-0000-0000-000000000000}"/>
          </ac:spMkLst>
        </pc:spChg>
      </pc:sldChg>
      <pc:sldChg chg="modSp add mod">
        <pc:chgData name="Veselina Dinova" userId="5935860719f7b8c5" providerId="LiveId" clId="{8FB632F8-AA60-4EF1-89BA-FBAADB706AB8}" dt="2025-07-13T00:09:30.572" v="1365" actId="113"/>
        <pc:sldMkLst>
          <pc:docMk/>
          <pc:sldMk cId="531258994" sldId="325"/>
        </pc:sldMkLst>
        <pc:spChg chg="mod">
          <ac:chgData name="Veselina Dinova" userId="5935860719f7b8c5" providerId="LiveId" clId="{8FB632F8-AA60-4EF1-89BA-FBAADB706AB8}" dt="2025-07-10T22:55:49.026" v="871" actId="20577"/>
          <ac:spMkLst>
            <pc:docMk/>
            <pc:sldMk cId="531258994" sldId="325"/>
            <ac:spMk id="2" creationId="{FA767AB4-1185-B7AE-C47D-866690804426}"/>
          </ac:spMkLst>
        </pc:spChg>
        <pc:spChg chg="mod">
          <ac:chgData name="Veselina Dinova" userId="5935860719f7b8c5" providerId="LiveId" clId="{8FB632F8-AA60-4EF1-89BA-FBAADB706AB8}" dt="2025-07-13T00:09:30.572" v="1365" actId="113"/>
          <ac:spMkLst>
            <pc:docMk/>
            <pc:sldMk cId="531258994" sldId="325"/>
            <ac:spMk id="3" creationId="{4227C233-53C6-3522-5930-68A207DC7C2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B046756-95B1-9E4B-B4F0-13B47C763CAF}" type="datetimeFigureOut">
              <a:rPr lang="en-US" smtClean="0"/>
              <a:t>7/12/2025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2D1FC82-C81D-9041-A08B-05D60FC301DD}" type="slidenum">
              <a:rPr lang="en-US" smtClean="0"/>
              <a:t>‹#›</a:t>
            </a:fld>
            <a:endParaRPr lang="en-US"/>
          </a:p>
        </p:txBody>
      </p:sp>
    </p:spTree>
    <p:extLst>
      <p:ext uri="{BB962C8B-B14F-4D97-AF65-F5344CB8AC3E}">
        <p14:creationId xmlns:p14="http://schemas.microsoft.com/office/powerpoint/2010/main" val="17700485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B62887-402F-6941-80C6-F161CAE43A29}" type="datetimeFigureOut">
              <a:rPr lang="en-US" smtClean="0"/>
              <a:t>7/12/2025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6F7C42-AA86-B746-B3A7-2D9388352D31}" type="slidenum">
              <a:rPr lang="en-US" smtClean="0"/>
              <a:t>‹#›</a:t>
            </a:fld>
            <a:endParaRPr lang="en-US"/>
          </a:p>
        </p:txBody>
      </p:sp>
    </p:spTree>
    <p:extLst>
      <p:ext uri="{BB962C8B-B14F-4D97-AF65-F5344CB8AC3E}">
        <p14:creationId xmlns:p14="http://schemas.microsoft.com/office/powerpoint/2010/main" val="245589381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0"/>
            <a:ext cx="9162288" cy="686714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442754" y="1945264"/>
            <a:ext cx="7726680" cy="3319690"/>
          </a:xfrm>
          <a:prstGeom prst="rect">
            <a:avLst/>
          </a:prstGeom>
          <a:solidFill>
            <a:srgbClr val="00274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rgbClr val="FDB515"/>
              </a:solidFill>
            </a:endParaRPr>
          </a:p>
        </p:txBody>
      </p:sp>
      <p:sp>
        <p:nvSpPr>
          <p:cNvPr id="15" name="Rectangle 14"/>
          <p:cNvSpPr/>
          <p:nvPr userDrawn="1"/>
        </p:nvSpPr>
        <p:spPr>
          <a:xfrm>
            <a:off x="-7146" y="1938342"/>
            <a:ext cx="1371600" cy="3319690"/>
          </a:xfrm>
          <a:prstGeom prst="rect">
            <a:avLst/>
          </a:prstGeom>
          <a:solidFill>
            <a:srgbClr val="FDB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1626590" y="2130425"/>
            <a:ext cx="6831609" cy="2949369"/>
          </a:xfrm>
        </p:spPr>
        <p:txBody>
          <a:bodyPr tIns="91440" bIns="91440" anchor="ctr" anchorCtr="0">
            <a:normAutofit/>
          </a:bodyPr>
          <a:lstStyle>
            <a:lvl1pPr>
              <a:defRPr sz="4400" b="0">
                <a:solidFill>
                  <a:srgbClr val="FDB515"/>
                </a:solidFill>
                <a:latin typeface="Arial"/>
                <a:cs typeface="Arial"/>
              </a:defRPr>
            </a:lvl1pPr>
          </a:lstStyle>
          <a:p>
            <a:r>
              <a:rPr lang="en-US" dirty="0"/>
              <a:t>Master Title Style</a:t>
            </a:r>
          </a:p>
        </p:txBody>
      </p:sp>
      <p:sp>
        <p:nvSpPr>
          <p:cNvPr id="3" name="Subtitle 2"/>
          <p:cNvSpPr>
            <a:spLocks noGrp="1"/>
          </p:cNvSpPr>
          <p:nvPr>
            <p:ph type="subTitle" idx="1"/>
          </p:nvPr>
        </p:nvSpPr>
        <p:spPr>
          <a:xfrm>
            <a:off x="2312389" y="5380391"/>
            <a:ext cx="6145810" cy="601555"/>
          </a:xfrm>
        </p:spPr>
        <p:txBody>
          <a:bodyPr>
            <a:normAutofit/>
          </a:bodyPr>
          <a:lstStyle>
            <a:lvl1pPr marL="0" indent="0" algn="r">
              <a:buNone/>
              <a:defRPr sz="3000">
                <a:solidFill>
                  <a:srgbClr val="545454"/>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2429" y="1009907"/>
            <a:ext cx="3023616" cy="661416"/>
          </a:xfrm>
          <a:prstGeom prst="rect">
            <a:avLst/>
          </a:prstGeom>
        </p:spPr>
      </p:pic>
    </p:spTree>
    <p:extLst>
      <p:ext uri="{BB962C8B-B14F-4D97-AF65-F5344CB8AC3E}">
        <p14:creationId xmlns:p14="http://schemas.microsoft.com/office/powerpoint/2010/main" val="4207083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tandar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rgbClr val="545454"/>
                </a:solidFill>
              </a:defRPr>
            </a:lvl1pPr>
            <a:lvl2pPr>
              <a:defRPr>
                <a:solidFill>
                  <a:srgbClr val="545454"/>
                </a:solidFill>
              </a:defRPr>
            </a:lvl2pPr>
            <a:lvl3pPr>
              <a:defRPr>
                <a:solidFill>
                  <a:srgbClr val="545454"/>
                </a:solidFill>
              </a:defRPr>
            </a:lvl3pPr>
            <a:lvl4pPr>
              <a:defRPr>
                <a:solidFill>
                  <a:srgbClr val="545454"/>
                </a:solidFill>
              </a:defRPr>
            </a:lvl4pPr>
            <a:lvl5pPr>
              <a:defRPr>
                <a:solidFill>
                  <a:srgbClr val="54545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pPr algn="l"/>
            <a:endParaRPr lang="en-US" dirty="0"/>
          </a:p>
        </p:txBody>
      </p:sp>
      <p:sp>
        <p:nvSpPr>
          <p:cNvPr id="10" name="Slide Number Placeholder 9"/>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438998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ivider">
    <p:spTree>
      <p:nvGrpSpPr>
        <p:cNvPr id="1" name=""/>
        <p:cNvGrpSpPr/>
        <p:nvPr/>
      </p:nvGrpSpPr>
      <p:grpSpPr>
        <a:xfrm>
          <a:off x="0" y="0"/>
          <a:ext cx="0" cy="0"/>
          <a:chOff x="0" y="0"/>
          <a:chExt cx="0" cy="0"/>
        </a:xfrm>
      </p:grpSpPr>
      <p:sp>
        <p:nvSpPr>
          <p:cNvPr id="7" name="Rectangle 6"/>
          <p:cNvSpPr/>
          <p:nvPr userDrawn="1"/>
        </p:nvSpPr>
        <p:spPr>
          <a:xfrm>
            <a:off x="0" y="0"/>
            <a:ext cx="9162288" cy="686714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1011274" y="1331313"/>
            <a:ext cx="6631472" cy="1362075"/>
          </a:xfrm>
        </p:spPr>
        <p:txBody>
          <a:bodyPr lIns="0" rIns="457200" anchor="b" anchorCtr="0"/>
          <a:lstStyle>
            <a:lvl1pPr algn="l">
              <a:defRPr sz="4000" b="0" cap="all" spc="100">
                <a:solidFill>
                  <a:srgbClr val="00274C"/>
                </a:solidFill>
              </a:defRPr>
            </a:lvl1pPr>
          </a:lstStyle>
          <a:p>
            <a:r>
              <a:rPr lang="en-US" dirty="0"/>
              <a:t>Click to edit master title style</a:t>
            </a:r>
          </a:p>
        </p:txBody>
      </p:sp>
      <p:sp>
        <p:nvSpPr>
          <p:cNvPr id="3" name="Text Placeholder 2"/>
          <p:cNvSpPr>
            <a:spLocks noGrp="1"/>
          </p:cNvSpPr>
          <p:nvPr>
            <p:ph type="body" idx="1"/>
          </p:nvPr>
        </p:nvSpPr>
        <p:spPr>
          <a:xfrm>
            <a:off x="1011274" y="3308550"/>
            <a:ext cx="6631472" cy="1358157"/>
          </a:xfrm>
        </p:spPr>
        <p:txBody>
          <a:bodyPr lIns="0" rIns="457200" anchor="t" anchorCtr="0">
            <a:normAutofit/>
          </a:bodyPr>
          <a:lstStyle>
            <a:lvl1pPr marL="0" indent="0">
              <a:buNone/>
              <a:defRPr sz="2800" baseline="0">
                <a:solidFill>
                  <a:srgbClr val="54545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a:t>
            </a:r>
          </a:p>
        </p:txBody>
      </p:sp>
      <p:sp>
        <p:nvSpPr>
          <p:cNvPr id="8" name="Rectangle 7"/>
          <p:cNvSpPr/>
          <p:nvPr userDrawn="1"/>
        </p:nvSpPr>
        <p:spPr>
          <a:xfrm>
            <a:off x="-2" y="2838206"/>
            <a:ext cx="932688" cy="328314"/>
          </a:xfrm>
          <a:prstGeom prst="rect">
            <a:avLst/>
          </a:prstGeom>
          <a:solidFill>
            <a:srgbClr val="FDB51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p:cNvSpPr/>
          <p:nvPr userDrawn="1"/>
        </p:nvSpPr>
        <p:spPr>
          <a:xfrm>
            <a:off x="977741" y="2838206"/>
            <a:ext cx="6720840" cy="328314"/>
          </a:xfrm>
          <a:prstGeom prst="rect">
            <a:avLst/>
          </a:prstGeom>
          <a:solidFill>
            <a:srgbClr val="00274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23121" y="6004726"/>
            <a:ext cx="1839249" cy="402336"/>
          </a:xfrm>
          <a:prstGeom prst="rect">
            <a:avLst/>
          </a:prstGeom>
        </p:spPr>
      </p:pic>
    </p:spTree>
    <p:extLst>
      <p:ext uri="{BB962C8B-B14F-4D97-AF65-F5344CB8AC3E}">
        <p14:creationId xmlns:p14="http://schemas.microsoft.com/office/powerpoint/2010/main" val="2284656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Side-by-Sid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499941"/>
            <a:ext cx="4038600" cy="4319954"/>
          </a:xfrm>
        </p:spPr>
        <p:txBody>
          <a:bodyPr>
            <a:normAutofit/>
          </a:bodyPr>
          <a:lstStyle>
            <a:lvl1pPr>
              <a:defRPr sz="2400">
                <a:solidFill>
                  <a:srgbClr val="545454"/>
                </a:solidFill>
              </a:defRPr>
            </a:lvl1pPr>
            <a:lvl2pPr>
              <a:defRPr sz="2000">
                <a:solidFill>
                  <a:srgbClr val="545454"/>
                </a:solidFill>
              </a:defRPr>
            </a:lvl2pPr>
            <a:lvl3pPr>
              <a:defRPr sz="1800">
                <a:solidFill>
                  <a:srgbClr val="545454"/>
                </a:solidFill>
              </a:defRPr>
            </a:lvl3pPr>
            <a:lvl4pPr>
              <a:defRPr sz="1600">
                <a:solidFill>
                  <a:srgbClr val="545454"/>
                </a:solidFill>
              </a:defRPr>
            </a:lvl4pPr>
            <a:lvl5pPr>
              <a:defRPr sz="1600">
                <a:solidFill>
                  <a:srgbClr val="545454"/>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499941"/>
            <a:ext cx="4038600" cy="4319954"/>
          </a:xfrm>
        </p:spPr>
        <p:txBody>
          <a:bodyPr>
            <a:normAutofit/>
          </a:bodyPr>
          <a:lstStyle>
            <a:lvl1pPr>
              <a:defRPr sz="2400">
                <a:solidFill>
                  <a:srgbClr val="545454"/>
                </a:solidFill>
              </a:defRPr>
            </a:lvl1pPr>
            <a:lvl2pPr>
              <a:defRPr sz="2000">
                <a:solidFill>
                  <a:srgbClr val="545454"/>
                </a:solidFill>
              </a:defRPr>
            </a:lvl2pPr>
            <a:lvl3pPr>
              <a:defRPr sz="1800">
                <a:solidFill>
                  <a:srgbClr val="545454"/>
                </a:solidFill>
              </a:defRPr>
            </a:lvl3pPr>
            <a:lvl4pPr>
              <a:defRPr sz="1600">
                <a:solidFill>
                  <a:srgbClr val="545454"/>
                </a:solidFill>
              </a:defRPr>
            </a:lvl4pPr>
            <a:lvl5pPr>
              <a:defRPr sz="1600">
                <a:solidFill>
                  <a:srgbClr val="545454"/>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pPr algn="l"/>
            <a:endParaRPr lang="en-US" dirty="0"/>
          </a:p>
        </p:txBody>
      </p:sp>
      <p:sp>
        <p:nvSpPr>
          <p:cNvPr id="10" name="Slide Number Placeholder 9"/>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494110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ctr" anchorCtr="0">
            <a:noAutofit/>
          </a:bodyPr>
          <a:lstStyle>
            <a:lvl1pPr marL="0" indent="0" algn="ctr">
              <a:buNone/>
              <a:defRPr sz="2000" b="1">
                <a:solidFill>
                  <a:srgbClr val="54545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647587"/>
          </a:xfrm>
        </p:spPr>
        <p:txBody>
          <a:bodyPr>
            <a:normAutofit/>
          </a:bodyPr>
          <a:lstStyle>
            <a:lvl1pPr>
              <a:defRPr sz="2000">
                <a:solidFill>
                  <a:srgbClr val="545454"/>
                </a:solidFill>
              </a:defRPr>
            </a:lvl1pPr>
            <a:lvl2pPr>
              <a:defRPr sz="1800">
                <a:solidFill>
                  <a:srgbClr val="545454"/>
                </a:solidFill>
              </a:defRPr>
            </a:lvl2pPr>
            <a:lvl3pPr>
              <a:defRPr sz="1600">
                <a:solidFill>
                  <a:srgbClr val="545454"/>
                </a:solidFill>
              </a:defRPr>
            </a:lvl3pPr>
            <a:lvl4pPr>
              <a:defRPr sz="1400">
                <a:solidFill>
                  <a:srgbClr val="545454"/>
                </a:solidFill>
              </a:defRPr>
            </a:lvl4pPr>
            <a:lvl5pPr>
              <a:defRPr sz="1400">
                <a:solidFill>
                  <a:srgbClr val="545454"/>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ctr" anchorCtr="0">
            <a:noAutofit/>
          </a:bodyPr>
          <a:lstStyle>
            <a:lvl1pPr marL="0" indent="0" algn="ctr">
              <a:buNone/>
              <a:defRPr sz="2000" b="1">
                <a:solidFill>
                  <a:srgbClr val="54545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647587"/>
          </a:xfrm>
        </p:spPr>
        <p:txBody>
          <a:bodyPr>
            <a:normAutofit/>
          </a:bodyPr>
          <a:lstStyle>
            <a:lvl1pPr>
              <a:defRPr sz="2000">
                <a:solidFill>
                  <a:srgbClr val="545454"/>
                </a:solidFill>
              </a:defRPr>
            </a:lvl1pPr>
            <a:lvl2pPr>
              <a:defRPr sz="1800">
                <a:solidFill>
                  <a:srgbClr val="545454"/>
                </a:solidFill>
              </a:defRPr>
            </a:lvl2pPr>
            <a:lvl3pPr>
              <a:defRPr sz="1600">
                <a:solidFill>
                  <a:srgbClr val="545454"/>
                </a:solidFill>
              </a:defRPr>
            </a:lvl3pPr>
            <a:lvl4pPr>
              <a:defRPr sz="1400">
                <a:solidFill>
                  <a:srgbClr val="545454"/>
                </a:solidFill>
              </a:defRPr>
            </a:lvl4pPr>
            <a:lvl5pPr>
              <a:defRPr sz="1400">
                <a:solidFill>
                  <a:srgbClr val="545454"/>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10"/>
          </p:nvPr>
        </p:nvSpPr>
        <p:spPr/>
        <p:txBody>
          <a:bodyPr/>
          <a:lstStyle/>
          <a:p>
            <a:endParaRPr lang="en-US" dirty="0"/>
          </a:p>
        </p:txBody>
      </p:sp>
      <p:sp>
        <p:nvSpPr>
          <p:cNvPr id="11" name="Footer Placeholder 10"/>
          <p:cNvSpPr>
            <a:spLocks noGrp="1"/>
          </p:cNvSpPr>
          <p:nvPr>
            <p:ph type="ftr" sz="quarter" idx="11"/>
          </p:nvPr>
        </p:nvSpPr>
        <p:spPr/>
        <p:txBody>
          <a:bodyPr/>
          <a:lstStyle/>
          <a:p>
            <a:pPr algn="l"/>
            <a:endParaRPr lang="en-US" dirty="0"/>
          </a:p>
        </p:txBody>
      </p:sp>
      <p:sp>
        <p:nvSpPr>
          <p:cNvPr id="12" name="Slide Number Placeholder 11"/>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1400463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pPr algn="l"/>
            <a:endParaRPr lang="en-US" dirty="0"/>
          </a:p>
        </p:txBody>
      </p:sp>
      <p:sp>
        <p:nvSpPr>
          <p:cNvPr id="8" name="Slide Number Placeholder 7"/>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1727054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1715346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88935" y="4666920"/>
            <a:ext cx="7190154" cy="566738"/>
          </a:xfrm>
        </p:spPr>
        <p:txBody>
          <a:bodyPr anchor="b">
            <a:noAutofit/>
          </a:bodyPr>
          <a:lstStyle>
            <a:lvl1pPr algn="ctr">
              <a:defRPr sz="3000" b="0"/>
            </a:lvl1pPr>
          </a:lstStyle>
          <a:p>
            <a:r>
              <a:rPr lang="en-US" dirty="0"/>
              <a:t>Click to edit Master title style</a:t>
            </a:r>
          </a:p>
        </p:txBody>
      </p:sp>
      <p:sp>
        <p:nvSpPr>
          <p:cNvPr id="3" name="Picture Placeholder 2"/>
          <p:cNvSpPr>
            <a:spLocks noGrp="1" noChangeAspect="1"/>
          </p:cNvSpPr>
          <p:nvPr>
            <p:ph type="pic" idx="1"/>
          </p:nvPr>
        </p:nvSpPr>
        <p:spPr>
          <a:xfrm>
            <a:off x="988935" y="547480"/>
            <a:ext cx="7190154" cy="404446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88935" y="5233658"/>
            <a:ext cx="7190154" cy="464893"/>
          </a:xfrm>
        </p:spPr>
        <p:txBody>
          <a:bodyPr>
            <a:noAutofit/>
          </a:bodyPr>
          <a:lstStyle>
            <a:lvl1pPr marL="0" indent="0" algn="ctr">
              <a:buNone/>
              <a:defRPr sz="2600">
                <a:solidFill>
                  <a:srgbClr val="545454"/>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pPr algn="l"/>
            <a:endParaRPr lang="en-US" dirty="0"/>
          </a:p>
        </p:txBody>
      </p:sp>
      <p:sp>
        <p:nvSpPr>
          <p:cNvPr id="10" name="Slide Number Placeholder 9"/>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1298058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3" name="Rectangle 12"/>
          <p:cNvSpPr/>
          <p:nvPr userDrawn="1"/>
        </p:nvSpPr>
        <p:spPr>
          <a:xfrm>
            <a:off x="0" y="0"/>
            <a:ext cx="9162288" cy="686714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itle 1"/>
          <p:cNvSpPr>
            <a:spLocks noGrp="1"/>
          </p:cNvSpPr>
          <p:nvPr>
            <p:ph type="title" hasCustomPrompt="1"/>
          </p:nvPr>
        </p:nvSpPr>
        <p:spPr>
          <a:xfrm>
            <a:off x="1011276" y="2068035"/>
            <a:ext cx="6631472" cy="1362075"/>
          </a:xfrm>
        </p:spPr>
        <p:txBody>
          <a:bodyPr lIns="0" rIns="457200" anchor="b" anchorCtr="0"/>
          <a:lstStyle>
            <a:lvl1pPr algn="l">
              <a:defRPr sz="4000" b="0" cap="all" spc="100" baseline="0">
                <a:solidFill>
                  <a:srgbClr val="00274C"/>
                </a:solidFill>
              </a:defRPr>
            </a:lvl1pPr>
          </a:lstStyle>
          <a:p>
            <a:r>
              <a:rPr lang="en-US" dirty="0"/>
              <a:t>Click to edit Thank you Title</a:t>
            </a:r>
          </a:p>
        </p:txBody>
      </p:sp>
      <p:sp>
        <p:nvSpPr>
          <p:cNvPr id="20" name="Text Placeholder 2"/>
          <p:cNvSpPr>
            <a:spLocks noGrp="1"/>
          </p:cNvSpPr>
          <p:nvPr>
            <p:ph type="body" idx="1"/>
          </p:nvPr>
        </p:nvSpPr>
        <p:spPr>
          <a:xfrm>
            <a:off x="1011276" y="4043784"/>
            <a:ext cx="6631472" cy="1358157"/>
          </a:xfrm>
        </p:spPr>
        <p:txBody>
          <a:bodyPr lIns="0" rIns="457200" anchor="t" anchorCtr="0">
            <a:normAutofit/>
          </a:bodyPr>
          <a:lstStyle>
            <a:lvl1pPr marL="0" indent="0">
              <a:buNone/>
              <a:defRPr sz="2800" baseline="0">
                <a:solidFill>
                  <a:srgbClr val="54545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a:t>
            </a:r>
          </a:p>
        </p:txBody>
      </p:sp>
      <p:sp>
        <p:nvSpPr>
          <p:cNvPr id="10" name="Rectangle 9"/>
          <p:cNvSpPr/>
          <p:nvPr userDrawn="1"/>
        </p:nvSpPr>
        <p:spPr>
          <a:xfrm>
            <a:off x="0" y="3572790"/>
            <a:ext cx="932688" cy="328314"/>
          </a:xfrm>
          <a:prstGeom prst="rect">
            <a:avLst/>
          </a:prstGeom>
          <a:solidFill>
            <a:srgbClr val="FDB51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p:cNvSpPr/>
          <p:nvPr userDrawn="1"/>
        </p:nvSpPr>
        <p:spPr>
          <a:xfrm>
            <a:off x="977743" y="3572790"/>
            <a:ext cx="6720840" cy="328314"/>
          </a:xfrm>
          <a:prstGeom prst="rect">
            <a:avLst/>
          </a:prstGeom>
          <a:solidFill>
            <a:srgbClr val="00274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23121" y="6004726"/>
            <a:ext cx="1839249" cy="402336"/>
          </a:xfrm>
          <a:prstGeom prst="rect">
            <a:avLst/>
          </a:prstGeom>
        </p:spPr>
      </p:pic>
    </p:spTree>
    <p:extLst>
      <p:ext uri="{BB962C8B-B14F-4D97-AF65-F5344CB8AC3E}">
        <p14:creationId xmlns:p14="http://schemas.microsoft.com/office/powerpoint/2010/main" val="35976916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7789" y="5948707"/>
            <a:ext cx="969263" cy="768652"/>
          </a:xfrm>
          <a:prstGeom prst="rect">
            <a:avLst/>
          </a:prstGeom>
          <a:solidFill>
            <a:srgbClr val="FDB51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p:cNvSpPr/>
          <p:nvPr userDrawn="1"/>
        </p:nvSpPr>
        <p:spPr>
          <a:xfrm>
            <a:off x="1005840" y="5948707"/>
            <a:ext cx="8138160" cy="768652"/>
          </a:xfrm>
          <a:prstGeom prst="rect">
            <a:avLst/>
          </a:prstGeom>
          <a:solidFill>
            <a:srgbClr val="00274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390293"/>
            <a:ext cx="8229600" cy="1060798"/>
          </a:xfrm>
          <a:prstGeom prst="rect">
            <a:avLst/>
          </a:prstGeom>
        </p:spPr>
        <p:txBody>
          <a:bodyPr vert="horz" lIns="91440" tIns="45720" rIns="91440" bIns="45720" rtlCol="0" anchor="ctr">
            <a:normAutofit/>
          </a:bodyPr>
          <a:lstStyle/>
          <a:p>
            <a:r>
              <a:rPr lang="en-US" dirty="0"/>
              <a:t>Header Style is Arial 38pt</a:t>
            </a:r>
          </a:p>
        </p:txBody>
      </p:sp>
      <p:sp>
        <p:nvSpPr>
          <p:cNvPr id="3" name="Text Placeholder 2"/>
          <p:cNvSpPr>
            <a:spLocks noGrp="1"/>
          </p:cNvSpPr>
          <p:nvPr>
            <p:ph type="body" idx="1"/>
          </p:nvPr>
        </p:nvSpPr>
        <p:spPr>
          <a:xfrm>
            <a:off x="457200" y="1503888"/>
            <a:ext cx="8229600" cy="43576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192508" y="6137824"/>
            <a:ext cx="3275046" cy="365125"/>
          </a:xfrm>
          <a:prstGeom prst="rect">
            <a:avLst/>
          </a:prstGeom>
        </p:spPr>
        <p:txBody>
          <a:bodyPr vert="horz" lIns="91440" tIns="45720" rIns="91440" bIns="45720" rtlCol="0" anchor="ctr"/>
          <a:lstStyle>
            <a:lvl1pPr algn="r">
              <a:defRPr sz="1200">
                <a:solidFill>
                  <a:schemeClr val="bg1"/>
                </a:solidFill>
              </a:defRPr>
            </a:lvl1pPr>
          </a:lstStyle>
          <a:p>
            <a:pPr algn="l"/>
            <a:endParaRPr lang="en-US" dirty="0"/>
          </a:p>
        </p:txBody>
      </p:sp>
      <p:sp>
        <p:nvSpPr>
          <p:cNvPr id="13" name="Date Placeholder 12"/>
          <p:cNvSpPr>
            <a:spLocks noGrp="1"/>
          </p:cNvSpPr>
          <p:nvPr>
            <p:ph type="dt" sz="half" idx="2"/>
          </p:nvPr>
        </p:nvSpPr>
        <p:spPr>
          <a:xfrm>
            <a:off x="4467554" y="6137824"/>
            <a:ext cx="1270078" cy="365125"/>
          </a:xfrm>
          <a:prstGeom prst="rect">
            <a:avLst/>
          </a:prstGeom>
        </p:spPr>
        <p:txBody>
          <a:bodyPr vert="horz" lIns="91440" tIns="45720" rIns="91440" bIns="45720" rtlCol="0" anchor="ctr"/>
          <a:lstStyle>
            <a:lvl1pPr algn="l">
              <a:defRPr sz="1200">
                <a:solidFill>
                  <a:schemeClr val="bg1"/>
                </a:solidFill>
              </a:defRPr>
            </a:lvl1pPr>
          </a:lstStyle>
          <a:p>
            <a:endParaRPr lang="en-US" dirty="0"/>
          </a:p>
        </p:txBody>
      </p:sp>
      <p:sp>
        <p:nvSpPr>
          <p:cNvPr id="14" name="Slide Number Placeholder 13"/>
          <p:cNvSpPr>
            <a:spLocks noGrp="1"/>
          </p:cNvSpPr>
          <p:nvPr>
            <p:ph type="sldNum" sz="quarter" idx="4"/>
          </p:nvPr>
        </p:nvSpPr>
        <p:spPr>
          <a:xfrm>
            <a:off x="135792" y="6138686"/>
            <a:ext cx="642815" cy="365125"/>
          </a:xfrm>
          <a:prstGeom prst="rect">
            <a:avLst/>
          </a:prstGeom>
        </p:spPr>
        <p:txBody>
          <a:bodyPr vert="horz" lIns="91440" tIns="45720" rIns="91440" bIns="45720" rtlCol="0" anchor="ctr"/>
          <a:lstStyle>
            <a:lvl1pPr algn="ctr">
              <a:defRPr sz="1200">
                <a:solidFill>
                  <a:srgbClr val="00274C"/>
                </a:solidFill>
              </a:defRPr>
            </a:lvl1pPr>
          </a:lstStyle>
          <a:p>
            <a:fld id="{EE9F94DA-C57B-8647-A4B1-94866CBB0A52}" type="slidenum">
              <a:rPr lang="en-US" smtClean="0"/>
              <a:pPr/>
              <a:t>‹#›</a:t>
            </a:fld>
            <a:endParaRPr lang="en-US" dirty="0"/>
          </a:p>
        </p:txBody>
      </p:sp>
      <p:pic>
        <p:nvPicPr>
          <p:cNvPr id="4" name="Picture 3"/>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6846849" y="6137824"/>
            <a:ext cx="1839951" cy="402489"/>
          </a:xfrm>
          <a:prstGeom prst="rect">
            <a:avLst/>
          </a:prstGeom>
        </p:spPr>
      </p:pic>
    </p:spTree>
    <p:extLst>
      <p:ext uri="{BB962C8B-B14F-4D97-AF65-F5344CB8AC3E}">
        <p14:creationId xmlns:p14="http://schemas.microsoft.com/office/powerpoint/2010/main" val="804220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Lst>
  <p:hf sldNum="0" hdr="0" ftr="0" dt="0"/>
  <p:txStyles>
    <p:titleStyle>
      <a:lvl1pPr algn="l" defTabSz="457200" rtl="0" eaLnBrk="1" latinLnBrk="0" hangingPunct="1">
        <a:spcBef>
          <a:spcPct val="0"/>
        </a:spcBef>
        <a:buNone/>
        <a:defRPr sz="3800" b="0" kern="1200">
          <a:solidFill>
            <a:srgbClr val="00274C"/>
          </a:solidFill>
          <a:latin typeface="+mj-lt"/>
          <a:ea typeface="+mj-ea"/>
          <a:cs typeface="+mj-cs"/>
        </a:defRPr>
      </a:lvl1pPr>
    </p:titleStyle>
    <p:bodyStyle>
      <a:lvl1pPr marL="342900" indent="-342900" algn="l" defTabSz="457200" rtl="0" eaLnBrk="1" latinLnBrk="0" hangingPunct="1">
        <a:spcBef>
          <a:spcPct val="20000"/>
        </a:spcBef>
        <a:buFont typeface="Arial"/>
        <a:buChar char="•"/>
        <a:defRPr sz="2800" kern="1200">
          <a:solidFill>
            <a:srgbClr val="545454"/>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545454"/>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rgbClr val="545454"/>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rgbClr val="545454"/>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545454"/>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4701" y="2130425"/>
            <a:ext cx="7517411" cy="2949369"/>
          </a:xfrm>
        </p:spPr>
        <p:txBody>
          <a:bodyPr>
            <a:normAutofit/>
          </a:bodyPr>
          <a:lstStyle/>
          <a:p>
            <a:pPr>
              <a:lnSpc>
                <a:spcPct val="114000"/>
              </a:lnSpc>
            </a:pPr>
            <a:r>
              <a:rPr lang="en-US" sz="4000" dirty="0"/>
              <a:t>Owners’ equity; Dividends and Earnings per share (EPS)</a:t>
            </a:r>
            <a:r>
              <a:rPr lang="en-US" sz="4000" b="0" dirty="0"/>
              <a:t> </a:t>
            </a:r>
          </a:p>
        </p:txBody>
      </p:sp>
    </p:spTree>
    <p:extLst>
      <p:ext uri="{BB962C8B-B14F-4D97-AF65-F5344CB8AC3E}">
        <p14:creationId xmlns:p14="http://schemas.microsoft.com/office/powerpoint/2010/main" val="695796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Stock Ownership: Benefits and Risks</a:t>
            </a:r>
            <a:endParaRPr lang="en-US" dirty="0">
              <a:solidFill>
                <a:srgbClr val="15284B"/>
              </a:solidFill>
            </a:endParaRPr>
          </a:p>
        </p:txBody>
      </p:sp>
      <p:sp>
        <p:nvSpPr>
          <p:cNvPr id="3" name="Content Placeholder 2"/>
          <p:cNvSpPr>
            <a:spLocks noGrp="1"/>
          </p:cNvSpPr>
          <p:nvPr>
            <p:ph idx="1"/>
          </p:nvPr>
        </p:nvSpPr>
        <p:spPr>
          <a:xfrm>
            <a:off x="514905" y="1503888"/>
            <a:ext cx="8229600" cy="4357652"/>
          </a:xfrm>
        </p:spPr>
        <p:txBody>
          <a:bodyPr>
            <a:noAutofit/>
          </a:bodyPr>
          <a:lstStyle/>
          <a:p>
            <a:pPr marL="0" indent="0">
              <a:lnSpc>
                <a:spcPct val="114000"/>
              </a:lnSpc>
              <a:buNone/>
            </a:pPr>
            <a:r>
              <a:rPr lang="en-US" sz="2300" b="1" dirty="0">
                <a:solidFill>
                  <a:srgbClr val="FFC000"/>
                </a:solidFill>
              </a:rPr>
              <a:t>Benefits:  </a:t>
            </a:r>
          </a:p>
          <a:p>
            <a:pPr>
              <a:lnSpc>
                <a:spcPct val="114000"/>
              </a:lnSpc>
            </a:pPr>
            <a:r>
              <a:rPr lang="en-US" sz="2300" dirty="0">
                <a:solidFill>
                  <a:srgbClr val="00274C"/>
                </a:solidFill>
              </a:rPr>
              <a:t>Ownership and residual claim on company’s assets</a:t>
            </a:r>
          </a:p>
          <a:p>
            <a:pPr>
              <a:lnSpc>
                <a:spcPct val="114000"/>
              </a:lnSpc>
            </a:pPr>
            <a:r>
              <a:rPr lang="en-US" sz="2300" dirty="0">
                <a:solidFill>
                  <a:srgbClr val="00274C"/>
                </a:solidFill>
              </a:rPr>
              <a:t>Dividends and capital gains </a:t>
            </a:r>
          </a:p>
          <a:p>
            <a:pPr>
              <a:lnSpc>
                <a:spcPct val="114000"/>
              </a:lnSpc>
            </a:pPr>
            <a:r>
              <a:rPr lang="en-US" sz="2300" dirty="0">
                <a:solidFill>
                  <a:srgbClr val="00274C"/>
                </a:solidFill>
              </a:rPr>
              <a:t>Voting rights </a:t>
            </a:r>
          </a:p>
          <a:p>
            <a:pPr marL="0" indent="0">
              <a:lnSpc>
                <a:spcPct val="114000"/>
              </a:lnSpc>
              <a:buNone/>
            </a:pPr>
            <a:endParaRPr lang="en-US" sz="2300" b="1" dirty="0">
              <a:solidFill>
                <a:srgbClr val="FFC000"/>
              </a:solidFill>
            </a:endParaRPr>
          </a:p>
          <a:p>
            <a:pPr marL="0" indent="0">
              <a:lnSpc>
                <a:spcPct val="114000"/>
              </a:lnSpc>
              <a:buNone/>
            </a:pPr>
            <a:r>
              <a:rPr lang="en-US" sz="2300" b="1" dirty="0">
                <a:solidFill>
                  <a:srgbClr val="FFC000"/>
                </a:solidFill>
              </a:rPr>
              <a:t>Risks:</a:t>
            </a:r>
          </a:p>
          <a:p>
            <a:pPr>
              <a:lnSpc>
                <a:spcPct val="114000"/>
              </a:lnSpc>
            </a:pPr>
            <a:r>
              <a:rPr lang="en-US" sz="2300" dirty="0">
                <a:solidFill>
                  <a:srgbClr val="00274C"/>
                </a:solidFill>
              </a:rPr>
              <a:t>Return – not promised nor guaranteed </a:t>
            </a:r>
          </a:p>
          <a:p>
            <a:pPr>
              <a:lnSpc>
                <a:spcPct val="114000"/>
              </a:lnSpc>
            </a:pPr>
            <a:r>
              <a:rPr lang="en-US" sz="2300" dirty="0">
                <a:solidFill>
                  <a:srgbClr val="00274C"/>
                </a:solidFill>
              </a:rPr>
              <a:t>Market volatility </a:t>
            </a:r>
          </a:p>
          <a:p>
            <a:pPr>
              <a:lnSpc>
                <a:spcPct val="114000"/>
              </a:lnSpc>
            </a:pPr>
            <a:r>
              <a:rPr lang="en-US" sz="2300" dirty="0">
                <a:solidFill>
                  <a:srgbClr val="00274C"/>
                </a:solidFill>
              </a:rPr>
              <a:t>Dilution </a:t>
            </a:r>
          </a:p>
        </p:txBody>
      </p:sp>
    </p:spTree>
    <p:extLst>
      <p:ext uri="{BB962C8B-B14F-4D97-AF65-F5344CB8AC3E}">
        <p14:creationId xmlns:p14="http://schemas.microsoft.com/office/powerpoint/2010/main" val="2893650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Owners’ financing – components </a:t>
            </a:r>
            <a:endParaRPr lang="en-US" dirty="0">
              <a:solidFill>
                <a:srgbClr val="15284B"/>
              </a:solidFill>
            </a:endParaRPr>
          </a:p>
        </p:txBody>
      </p:sp>
      <p:sp>
        <p:nvSpPr>
          <p:cNvPr id="3" name="Content Placeholder 2"/>
          <p:cNvSpPr>
            <a:spLocks noGrp="1"/>
          </p:cNvSpPr>
          <p:nvPr>
            <p:ph idx="1"/>
          </p:nvPr>
        </p:nvSpPr>
        <p:spPr>
          <a:xfrm>
            <a:off x="457200" y="1503888"/>
            <a:ext cx="8406384" cy="4357652"/>
          </a:xfrm>
        </p:spPr>
        <p:txBody>
          <a:bodyPr>
            <a:noAutofit/>
          </a:bodyPr>
          <a:lstStyle/>
          <a:p>
            <a:pPr marL="0" indent="0">
              <a:lnSpc>
                <a:spcPct val="114000"/>
              </a:lnSpc>
              <a:buNone/>
            </a:pPr>
            <a:r>
              <a:rPr lang="en-US" sz="2300" b="1" dirty="0">
                <a:solidFill>
                  <a:srgbClr val="FFC000"/>
                </a:solidFill>
              </a:rPr>
              <a:t>Contributed capital – proceeds from stock issuances, net of amounts paid to repurchase shares.</a:t>
            </a:r>
            <a:r>
              <a:rPr lang="en-US" sz="2300" dirty="0">
                <a:solidFill>
                  <a:srgbClr val="00274C"/>
                </a:solidFill>
              </a:rPr>
              <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FC000"/>
                </a:solidFill>
              </a:rPr>
              <a:t>Earned capital </a:t>
            </a:r>
            <a:r>
              <a:rPr lang="en-US" sz="2300" dirty="0">
                <a:solidFill>
                  <a:srgbClr val="00274C"/>
                </a:solidFill>
              </a:rPr>
              <a:t>– cumulative retained earnings (RE) and accumulated other comprehensive income (AOCI).</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FC000"/>
                </a:solidFill>
              </a:rPr>
              <a:t>Current RE = Prior RE plus Net Income minus Dividends</a:t>
            </a:r>
          </a:p>
        </p:txBody>
      </p:sp>
    </p:spTree>
    <p:extLst>
      <p:ext uri="{BB962C8B-B14F-4D97-AF65-F5344CB8AC3E}">
        <p14:creationId xmlns:p14="http://schemas.microsoft.com/office/powerpoint/2010/main" val="369646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Authorized, issued and outstanding shares </a:t>
            </a:r>
            <a:endParaRPr lang="en-US" dirty="0">
              <a:solidFill>
                <a:srgbClr val="15284B"/>
              </a:solidFill>
            </a:endParaRPr>
          </a:p>
        </p:txBody>
      </p:sp>
      <p:pic>
        <p:nvPicPr>
          <p:cNvPr id="6" name="Picture 5" descr="Diagram of authorized, issued, and outstanding shares. Authorized shares total 4,687,500,000. Of these, 2,229,428,813 were issued to the stock market. 1,307,249,588 shares were later repurchased and are held as treasury stock (which may be reissued), leaving 922,179,225 shares outstanding (issued minus repurchased).">
            <a:extLst>
              <a:ext uri="{FF2B5EF4-FFF2-40B4-BE49-F238E27FC236}">
                <a16:creationId xmlns:a16="http://schemas.microsoft.com/office/drawing/2014/main" id="{F3DC65F5-09B5-1333-A4C6-696A1DD5857D}"/>
              </a:ext>
            </a:extLst>
          </p:cNvPr>
          <p:cNvPicPr>
            <a:picLocks noChangeAspect="1"/>
          </p:cNvPicPr>
          <p:nvPr/>
        </p:nvPicPr>
        <p:blipFill>
          <a:blip r:embed="rId2"/>
          <a:stretch>
            <a:fillRect/>
          </a:stretch>
        </p:blipFill>
        <p:spPr>
          <a:xfrm>
            <a:off x="1729740" y="1248448"/>
            <a:ext cx="5684520" cy="4361103"/>
          </a:xfrm>
          <a:prstGeom prst="rect">
            <a:avLst/>
          </a:prstGeom>
        </p:spPr>
      </p:pic>
    </p:spTree>
    <p:extLst>
      <p:ext uri="{BB962C8B-B14F-4D97-AF65-F5344CB8AC3E}">
        <p14:creationId xmlns:p14="http://schemas.microsoft.com/office/powerpoint/2010/main" val="764244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BF00C-9D07-1FA4-AA3E-901EC027D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67AB4-1185-B7AE-C47D-866690804426}"/>
              </a:ext>
            </a:extLst>
          </p:cNvPr>
          <p:cNvSpPr>
            <a:spLocks noGrp="1"/>
          </p:cNvSpPr>
          <p:nvPr>
            <p:ph type="title"/>
          </p:nvPr>
        </p:nvSpPr>
        <p:spPr/>
        <p:txBody>
          <a:bodyPr/>
          <a:lstStyle/>
          <a:p>
            <a:r>
              <a:rPr lang="en-US" sz="3200" dirty="0">
                <a:solidFill>
                  <a:srgbClr val="15284B"/>
                </a:solidFill>
              </a:rPr>
              <a:t>Share issuance  </a:t>
            </a:r>
            <a:endParaRPr lang="en-US" dirty="0">
              <a:solidFill>
                <a:srgbClr val="15284B"/>
              </a:solidFill>
            </a:endParaRPr>
          </a:p>
        </p:txBody>
      </p:sp>
      <p:sp>
        <p:nvSpPr>
          <p:cNvPr id="3" name="Content Placeholder 2">
            <a:extLst>
              <a:ext uri="{FF2B5EF4-FFF2-40B4-BE49-F238E27FC236}">
                <a16:creationId xmlns:a16="http://schemas.microsoft.com/office/drawing/2014/main" id="{4227C233-53C6-3522-5930-68A207DC7C21}"/>
              </a:ext>
            </a:extLst>
          </p:cNvPr>
          <p:cNvSpPr>
            <a:spLocks noGrp="1"/>
          </p:cNvSpPr>
          <p:nvPr>
            <p:ph idx="1"/>
          </p:nvPr>
        </p:nvSpPr>
        <p:spPr>
          <a:xfrm>
            <a:off x="457200" y="1503888"/>
            <a:ext cx="8229600" cy="4357652"/>
          </a:xfrm>
        </p:spPr>
        <p:txBody>
          <a:bodyPr>
            <a:noAutofit/>
          </a:bodyPr>
          <a:lstStyle/>
          <a:p>
            <a:pPr marL="0" indent="0">
              <a:lnSpc>
                <a:spcPct val="114000"/>
              </a:lnSpc>
              <a:buNone/>
            </a:pPr>
            <a:r>
              <a:rPr lang="en-US" sz="2300" b="1" dirty="0">
                <a:solidFill>
                  <a:srgbClr val="FFC000"/>
                </a:solidFill>
              </a:rPr>
              <a:t>Shares issuance (ongoing): </a:t>
            </a:r>
          </a:p>
          <a:p>
            <a:pPr>
              <a:lnSpc>
                <a:spcPct val="114000"/>
              </a:lnSpc>
            </a:pPr>
            <a:r>
              <a:rPr lang="en-US" sz="2300" dirty="0">
                <a:solidFill>
                  <a:srgbClr val="00274C"/>
                </a:solidFill>
              </a:rPr>
              <a:t>Increase the shares outstanding </a:t>
            </a:r>
          </a:p>
          <a:p>
            <a:pPr>
              <a:lnSpc>
                <a:spcPct val="114000"/>
              </a:lnSpc>
            </a:pPr>
            <a:r>
              <a:rPr lang="en-US" sz="2300" dirty="0">
                <a:solidFill>
                  <a:srgbClr val="00274C"/>
                </a:solidFill>
              </a:rPr>
              <a:t>Increase in cash and increase in equity </a:t>
            </a:r>
          </a:p>
          <a:p>
            <a:pPr>
              <a:lnSpc>
                <a:spcPct val="114000"/>
              </a:lnSpc>
            </a:pPr>
            <a:r>
              <a:rPr lang="en-US" sz="2300" dirty="0">
                <a:solidFill>
                  <a:srgbClr val="00274C"/>
                </a:solidFill>
              </a:rPr>
              <a:t>Do NOT affect net income</a:t>
            </a:r>
          </a:p>
          <a:p>
            <a:pPr marL="0" indent="0">
              <a:lnSpc>
                <a:spcPct val="114000"/>
              </a:lnSpc>
              <a:buNone/>
            </a:pPr>
            <a:endParaRPr lang="en-US" sz="2300" b="1" dirty="0">
              <a:solidFill>
                <a:srgbClr val="FFC000"/>
              </a:solidFill>
            </a:endParaRPr>
          </a:p>
          <a:p>
            <a:pPr marL="0" indent="0">
              <a:lnSpc>
                <a:spcPct val="114000"/>
              </a:lnSpc>
              <a:buNone/>
            </a:pPr>
            <a:r>
              <a:rPr lang="en-US" sz="2300" b="1" dirty="0">
                <a:solidFill>
                  <a:srgbClr val="FFC000"/>
                </a:solidFill>
              </a:rPr>
              <a:t>Special case – Initial Public Offering (IPO): </a:t>
            </a:r>
            <a:r>
              <a:rPr lang="en-US" sz="2300" dirty="0">
                <a:solidFill>
                  <a:srgbClr val="002060"/>
                </a:solidFill>
              </a:rPr>
              <a:t>same accounting, greater disclosure</a:t>
            </a:r>
          </a:p>
        </p:txBody>
      </p:sp>
    </p:spTree>
    <p:extLst>
      <p:ext uri="{BB962C8B-B14F-4D97-AF65-F5344CB8AC3E}">
        <p14:creationId xmlns:p14="http://schemas.microsoft.com/office/powerpoint/2010/main" val="531258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Trading at the secondary markets </a:t>
            </a:r>
            <a:endParaRPr lang="en-US" dirty="0">
              <a:solidFill>
                <a:srgbClr val="15284B"/>
              </a:solidFill>
            </a:endParaRPr>
          </a:p>
        </p:txBody>
      </p:sp>
      <p:sp>
        <p:nvSpPr>
          <p:cNvPr id="4" name="Content Placeholder 2">
            <a:extLst>
              <a:ext uri="{FF2B5EF4-FFF2-40B4-BE49-F238E27FC236}">
                <a16:creationId xmlns:a16="http://schemas.microsoft.com/office/drawing/2014/main" id="{DAF4681A-CE44-4B5C-2794-ED85B64BCD67}"/>
              </a:ext>
            </a:extLst>
          </p:cNvPr>
          <p:cNvSpPr txBox="1">
            <a:spLocks/>
          </p:cNvSpPr>
          <p:nvPr/>
        </p:nvSpPr>
        <p:spPr>
          <a:xfrm>
            <a:off x="567944" y="1524918"/>
            <a:ext cx="7838756" cy="98302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rgbClr val="545454"/>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545454"/>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rgbClr val="545454"/>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rgbClr val="545454"/>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545454"/>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14000"/>
              </a:lnSpc>
              <a:buFont typeface="Arial"/>
              <a:buNone/>
            </a:pPr>
            <a:r>
              <a:rPr lang="en-US" sz="2300" dirty="0">
                <a:solidFill>
                  <a:srgbClr val="00274C"/>
                </a:solidFill>
              </a:rPr>
              <a:t>Subsequent to the initial sale, investors trade among themselves </a:t>
            </a:r>
            <a:r>
              <a:rPr lang="en-US" sz="2300" b="1" dirty="0">
                <a:solidFill>
                  <a:srgbClr val="FFC000"/>
                </a:solidFill>
              </a:rPr>
              <a:t>without directly affecting </a:t>
            </a:r>
            <a:r>
              <a:rPr lang="en-US" sz="2300" dirty="0">
                <a:solidFill>
                  <a:srgbClr val="00274C"/>
                </a:solidFill>
              </a:rPr>
              <a:t>the corporation. </a:t>
            </a:r>
          </a:p>
        </p:txBody>
      </p:sp>
      <p:pic>
        <p:nvPicPr>
          <p:cNvPr id="5" name="Picture 4" descr="Diagram of a secondary-market trade. After the initial sale of stock, two investors exchange cash and shares directly with each other; the transaction takes place between investors and does not involve or affect the company.">
            <a:extLst>
              <a:ext uri="{FF2B5EF4-FFF2-40B4-BE49-F238E27FC236}">
                <a16:creationId xmlns:a16="http://schemas.microsoft.com/office/drawing/2014/main" id="{394B5A50-5DE8-013A-DA45-BB756A25E89F}"/>
              </a:ext>
            </a:extLst>
          </p:cNvPr>
          <p:cNvPicPr>
            <a:picLocks noChangeAspect="1"/>
          </p:cNvPicPr>
          <p:nvPr/>
        </p:nvPicPr>
        <p:blipFill>
          <a:blip r:embed="rId2"/>
          <a:stretch>
            <a:fillRect/>
          </a:stretch>
        </p:blipFill>
        <p:spPr>
          <a:xfrm>
            <a:off x="2285886" y="2363572"/>
            <a:ext cx="4572227" cy="3282986"/>
          </a:xfrm>
          <a:prstGeom prst="rect">
            <a:avLst/>
          </a:prstGeom>
        </p:spPr>
      </p:pic>
    </p:spTree>
    <p:extLst>
      <p:ext uri="{BB962C8B-B14F-4D97-AF65-F5344CB8AC3E}">
        <p14:creationId xmlns:p14="http://schemas.microsoft.com/office/powerpoint/2010/main" val="3562759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Cash dividends </a:t>
            </a:r>
            <a:endParaRPr lang="en-US" dirty="0">
              <a:solidFill>
                <a:srgbClr val="15284B"/>
              </a:solidFill>
            </a:endParaRPr>
          </a:p>
        </p:txBody>
      </p:sp>
      <p:sp>
        <p:nvSpPr>
          <p:cNvPr id="3" name="Content Placeholder 2"/>
          <p:cNvSpPr>
            <a:spLocks noGrp="1"/>
          </p:cNvSpPr>
          <p:nvPr>
            <p:ph idx="1"/>
          </p:nvPr>
        </p:nvSpPr>
        <p:spPr>
          <a:xfrm>
            <a:off x="457200" y="1503888"/>
            <a:ext cx="8229600" cy="4357652"/>
          </a:xfrm>
        </p:spPr>
        <p:txBody>
          <a:bodyPr>
            <a:noAutofit/>
          </a:bodyPr>
          <a:lstStyle/>
          <a:p>
            <a:pPr marL="0" indent="0">
              <a:lnSpc>
                <a:spcPct val="114000"/>
              </a:lnSpc>
              <a:buNone/>
            </a:pPr>
            <a:r>
              <a:rPr lang="en-US" sz="2300" b="1" dirty="0">
                <a:solidFill>
                  <a:srgbClr val="FFC000"/>
                </a:solidFill>
              </a:rPr>
              <a:t>Cash Dividend:</a:t>
            </a:r>
          </a:p>
          <a:p>
            <a:pPr>
              <a:lnSpc>
                <a:spcPct val="114000"/>
              </a:lnSpc>
            </a:pPr>
            <a:r>
              <a:rPr lang="en-US" sz="2300" dirty="0">
                <a:solidFill>
                  <a:srgbClr val="00274C"/>
                </a:solidFill>
              </a:rPr>
              <a:t>Regular $ payment for each share outstanding </a:t>
            </a:r>
          </a:p>
          <a:p>
            <a:pPr>
              <a:lnSpc>
                <a:spcPct val="114000"/>
              </a:lnSpc>
            </a:pPr>
            <a:r>
              <a:rPr lang="en-US" sz="2300" dirty="0">
                <a:solidFill>
                  <a:srgbClr val="00274C"/>
                </a:solidFill>
              </a:rPr>
              <a:t>Decrease in cash and decrease in equity </a:t>
            </a:r>
          </a:p>
          <a:p>
            <a:pPr>
              <a:lnSpc>
                <a:spcPct val="114000"/>
              </a:lnSpc>
            </a:pPr>
            <a:r>
              <a:rPr lang="en-US" sz="2300" dirty="0">
                <a:solidFill>
                  <a:srgbClr val="00274C"/>
                </a:solidFill>
              </a:rPr>
              <a:t>No impact on net income </a:t>
            </a:r>
          </a:p>
          <a:p>
            <a:pPr>
              <a:lnSpc>
                <a:spcPct val="114000"/>
              </a:lnSpc>
            </a:pPr>
            <a:r>
              <a:rPr lang="en-US" sz="2300" dirty="0">
                <a:solidFill>
                  <a:srgbClr val="00274C"/>
                </a:solidFill>
              </a:rPr>
              <a:t>No impact on shares outstanding </a:t>
            </a:r>
          </a:p>
          <a:p>
            <a:pPr marL="0" indent="0">
              <a:lnSpc>
                <a:spcPct val="114000"/>
              </a:lnSpc>
              <a:buNone/>
            </a:pPr>
            <a:endParaRPr lang="en-US" sz="2300" dirty="0">
              <a:solidFill>
                <a:srgbClr val="00274C"/>
              </a:solidFill>
            </a:endParaRPr>
          </a:p>
          <a:p>
            <a:pPr marL="0" indent="0">
              <a:lnSpc>
                <a:spcPct val="114000"/>
              </a:lnSpc>
              <a:buNone/>
            </a:pPr>
            <a:r>
              <a:rPr lang="en-US" sz="2300" dirty="0">
                <a:solidFill>
                  <a:srgbClr val="00274C"/>
                </a:solidFill>
              </a:rPr>
              <a:t>Are dividends always </a:t>
            </a:r>
            <a:r>
              <a:rPr lang="en-US" sz="2300" b="1" dirty="0">
                <a:solidFill>
                  <a:srgbClr val="FDB515"/>
                </a:solidFill>
              </a:rPr>
              <a:t>beneficial</a:t>
            </a:r>
            <a:r>
              <a:rPr lang="en-US" sz="2300" dirty="0">
                <a:solidFill>
                  <a:srgbClr val="00274C"/>
                </a:solidFill>
              </a:rPr>
              <a:t> for the shareholders? </a:t>
            </a:r>
          </a:p>
        </p:txBody>
      </p:sp>
    </p:spTree>
    <p:extLst>
      <p:ext uri="{BB962C8B-B14F-4D97-AF65-F5344CB8AC3E}">
        <p14:creationId xmlns:p14="http://schemas.microsoft.com/office/powerpoint/2010/main" val="1690179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Share repurchases </a:t>
            </a:r>
            <a:endParaRPr lang="en-US" dirty="0">
              <a:solidFill>
                <a:srgbClr val="15284B"/>
              </a:solidFill>
            </a:endParaRPr>
          </a:p>
        </p:txBody>
      </p:sp>
      <p:sp>
        <p:nvSpPr>
          <p:cNvPr id="3" name="Content Placeholder 2"/>
          <p:cNvSpPr>
            <a:spLocks noGrp="1"/>
          </p:cNvSpPr>
          <p:nvPr>
            <p:ph idx="1"/>
          </p:nvPr>
        </p:nvSpPr>
        <p:spPr>
          <a:xfrm>
            <a:off x="457200" y="1503888"/>
            <a:ext cx="8229600" cy="4357652"/>
          </a:xfrm>
        </p:spPr>
        <p:txBody>
          <a:bodyPr>
            <a:noAutofit/>
          </a:bodyPr>
          <a:lstStyle/>
          <a:p>
            <a:pPr marL="0" indent="0">
              <a:lnSpc>
                <a:spcPct val="114000"/>
              </a:lnSpc>
              <a:buNone/>
            </a:pPr>
            <a:r>
              <a:rPr lang="en-US" sz="2300" b="1" dirty="0">
                <a:solidFill>
                  <a:srgbClr val="FFC000"/>
                </a:solidFill>
              </a:rPr>
              <a:t>Shares repurchases: </a:t>
            </a:r>
          </a:p>
          <a:p>
            <a:pPr>
              <a:lnSpc>
                <a:spcPct val="114000"/>
              </a:lnSpc>
            </a:pPr>
            <a:r>
              <a:rPr lang="en-US" sz="2300" dirty="0">
                <a:solidFill>
                  <a:srgbClr val="00274C"/>
                </a:solidFill>
              </a:rPr>
              <a:t>Remove shares outstanding from the market </a:t>
            </a:r>
          </a:p>
          <a:p>
            <a:pPr>
              <a:lnSpc>
                <a:spcPct val="114000"/>
              </a:lnSpc>
            </a:pPr>
            <a:r>
              <a:rPr lang="en-US" sz="2300" dirty="0">
                <a:solidFill>
                  <a:srgbClr val="00274C"/>
                </a:solidFill>
              </a:rPr>
              <a:t>Decrease in cash and decrease in equity </a:t>
            </a:r>
          </a:p>
          <a:p>
            <a:pPr>
              <a:lnSpc>
                <a:spcPct val="114000"/>
              </a:lnSpc>
            </a:pPr>
            <a:r>
              <a:rPr lang="en-US" sz="2300">
                <a:solidFill>
                  <a:srgbClr val="00274C"/>
                </a:solidFill>
              </a:rPr>
              <a:t>No impact on </a:t>
            </a:r>
            <a:r>
              <a:rPr lang="en-US" sz="2300" dirty="0">
                <a:solidFill>
                  <a:srgbClr val="00274C"/>
                </a:solidFill>
              </a:rPr>
              <a:t>net income</a:t>
            </a:r>
          </a:p>
          <a:p>
            <a:pPr>
              <a:lnSpc>
                <a:spcPct val="114000"/>
              </a:lnSpc>
            </a:pPr>
            <a:r>
              <a:rPr lang="en-US" sz="2300" dirty="0">
                <a:solidFill>
                  <a:srgbClr val="00274C"/>
                </a:solidFill>
              </a:rPr>
              <a:t>Decrease in shares outstanding and increase in the EPS</a:t>
            </a:r>
          </a:p>
          <a:p>
            <a:pPr marL="0" indent="0">
              <a:lnSpc>
                <a:spcPct val="114000"/>
              </a:lnSpc>
              <a:buNone/>
            </a:pPr>
            <a:endParaRPr lang="en-US" sz="2300" b="1" dirty="0">
              <a:solidFill>
                <a:srgbClr val="FFC000"/>
              </a:solidFill>
            </a:endParaRPr>
          </a:p>
          <a:p>
            <a:pPr marL="0" indent="0">
              <a:lnSpc>
                <a:spcPct val="114000"/>
              </a:lnSpc>
              <a:buNone/>
            </a:pPr>
            <a:r>
              <a:rPr lang="en-US" sz="2300" dirty="0">
                <a:solidFill>
                  <a:srgbClr val="00274C"/>
                </a:solidFill>
              </a:rPr>
              <a:t>Are share repurchases </a:t>
            </a:r>
            <a:r>
              <a:rPr lang="en-US" sz="2300" b="1" dirty="0">
                <a:solidFill>
                  <a:srgbClr val="FDB515"/>
                </a:solidFill>
              </a:rPr>
              <a:t>beneficial</a:t>
            </a:r>
            <a:r>
              <a:rPr lang="en-US" sz="2300" dirty="0">
                <a:solidFill>
                  <a:srgbClr val="00274C"/>
                </a:solidFill>
              </a:rPr>
              <a:t> for the shareholders? </a:t>
            </a:r>
          </a:p>
        </p:txBody>
      </p:sp>
    </p:spTree>
    <p:extLst>
      <p:ext uri="{BB962C8B-B14F-4D97-AF65-F5344CB8AC3E}">
        <p14:creationId xmlns:p14="http://schemas.microsoft.com/office/powerpoint/2010/main" val="1550423231"/>
      </p:ext>
    </p:extLst>
  </p:cSld>
  <p:clrMapOvr>
    <a:masterClrMapping/>
  </p:clrMapOvr>
</p:sld>
</file>

<file path=ppt/theme/theme1.xml><?xml version="1.0" encoding="utf-8"?>
<a:theme xmlns:a="http://schemas.openxmlformats.org/drawingml/2006/main" name="Office Theme">
  <a:themeElements>
    <a:clrScheme name="Berkeley-Haas Color Palette">
      <a:dk1>
        <a:srgbClr val="003057"/>
      </a:dk1>
      <a:lt1>
        <a:sysClr val="window" lastClr="FFFFFF"/>
      </a:lt1>
      <a:dk2>
        <a:srgbClr val="75777B"/>
      </a:dk2>
      <a:lt2>
        <a:srgbClr val="C3BDAD"/>
      </a:lt2>
      <a:accent1>
        <a:srgbClr val="0072CE"/>
      </a:accent1>
      <a:accent2>
        <a:srgbClr val="D8623F"/>
      </a:accent2>
      <a:accent3>
        <a:srgbClr val="6AA603"/>
      </a:accent3>
      <a:accent4>
        <a:srgbClr val="EFB82B"/>
      </a:accent4>
      <a:accent5>
        <a:srgbClr val="EA4D6C"/>
      </a:accent5>
      <a:accent6>
        <a:srgbClr val="9BBFAD"/>
      </a:accent6>
      <a:hlink>
        <a:srgbClr val="B2B3B2"/>
      </a:hlink>
      <a:folHlink>
        <a:srgbClr val="777877"/>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16892</TotalTime>
  <Words>235</Words>
  <Application>Microsoft Office PowerPoint</Application>
  <PresentationFormat>On-screen Show (4:3)</PresentationFormat>
  <Paragraphs>43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Owners’ equity; Dividends and Earnings per share (EPS) </vt:lpstr>
      <vt:lpstr>Stock Ownership: Benefits and Risks</vt:lpstr>
      <vt:lpstr>Owners’ financing – components </vt:lpstr>
      <vt:lpstr>Authorized, issued and outstanding shares </vt:lpstr>
      <vt:lpstr>Share issuance  </vt:lpstr>
      <vt:lpstr>Trading at the secondary markets </vt:lpstr>
      <vt:lpstr>Cash dividends </vt:lpstr>
      <vt:lpstr>Share repurchases </vt:lpstr>
    </vt:vector>
  </TitlesOfParts>
  <Company>Haas School of Business, 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Mai Pham Le</dc:creator>
  <cp:lastModifiedBy>Veselina Dinova</cp:lastModifiedBy>
  <cp:revision>167</cp:revision>
  <dcterms:created xsi:type="dcterms:W3CDTF">2014-11-25T20:43:26Z</dcterms:created>
  <dcterms:modified xsi:type="dcterms:W3CDTF">2025-07-13T00:12:08Z</dcterms:modified>
</cp:coreProperties>
</file>